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09C19-B2C8-1299-CA00-DC6B588CC59C}" v="91" dt="2020-09-08T17:40:58.401"/>
    <p1510:client id="{A9BD34DA-824D-6EC2-18EA-7D9DBE7A2013}" v="96" dt="2020-09-09T09:18:54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72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4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6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60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68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0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51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439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732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39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9/9/2020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9/9/2020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2683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29" r:id="rId6"/>
    <p:sldLayoutId id="2147483834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0BB07B4-8756-4AE5-A848-6EA4FA2ED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図 2" descr="光, 時計 が含まれている画像&#10;&#10;説明は自動で生成されたものです">
            <a:extLst>
              <a:ext uri="{FF2B5EF4-FFF2-40B4-BE49-F238E27FC236}">
                <a16:creationId xmlns:a16="http://schemas.microsoft.com/office/drawing/2014/main" id="{6E6DB3C7-D5D8-4B40-B1D0-B7A2F9D372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吹き出し: 円形 2">
            <a:extLst>
              <a:ext uri="{FF2B5EF4-FFF2-40B4-BE49-F238E27FC236}">
                <a16:creationId xmlns:a16="http://schemas.microsoft.com/office/drawing/2014/main" id="{2AF0879F-7945-4EAF-9301-69EB8075887F}"/>
              </a:ext>
            </a:extLst>
          </p:cNvPr>
          <p:cNvSpPr/>
          <p:nvPr/>
        </p:nvSpPr>
        <p:spPr>
          <a:xfrm>
            <a:off x="806605" y="325578"/>
            <a:ext cx="2787803" cy="1096535"/>
          </a:xfrm>
          <a:prstGeom prst="wedgeEllipseCallou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AF14F3-4654-4F46-81D0-3531A973392C}"/>
              </a:ext>
            </a:extLst>
          </p:cNvPr>
          <p:cNvSpPr txBox="1"/>
          <p:nvPr/>
        </p:nvSpPr>
        <p:spPr>
          <a:xfrm>
            <a:off x="973641" y="685568"/>
            <a:ext cx="28268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/>
              <a:t>とっても簡単ですよ♪</a:t>
            </a:r>
            <a:endParaRPr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212096551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Modern Love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TornVTI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/>
  <cp:revision>112</cp:revision>
  <dcterms:created xsi:type="dcterms:W3CDTF">2020-09-08T17:26:16Z</dcterms:created>
  <dcterms:modified xsi:type="dcterms:W3CDTF">2020-09-09T09:20:08Z</dcterms:modified>
</cp:coreProperties>
</file>