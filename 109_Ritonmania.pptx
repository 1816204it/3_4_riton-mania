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6858000" cy="9144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A5DDA-D324-6AB5-2697-B21F2E253B50}" v="1" dt="2020-09-11T04:41:46.093"/>
    <p1510:client id="{4C0DE96D-37A0-41CB-A827-8C53239CCA10}" v="5" dt="2020-08-24T02:01:50.466"/>
    <p1510:client id="{710C7D0A-8C19-1865-B2B4-C40F71EA0854}" v="7" dt="2020-09-11T04:43:28.896"/>
    <p1510:client id="{80CB2480-E3F4-7CAB-0119-73C54EEBB243}" v="223" dt="2020-09-08T15:01:00.569"/>
    <p1510:client id="{D32288A0-5AE1-C70F-F9E3-2A241FFCA364}" v="114" dt="2020-08-26T10:46:38.247"/>
    <p1510:client id="{FE90C383-5B8A-F38B-EBD7-056ECA2CF535}" v="6" dt="2020-09-09T09:36:29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66" d="100"/>
          <a:sy n="66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2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1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60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3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23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95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456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73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21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126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13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60749"/>
            <a:ext cx="6858000" cy="483251"/>
          </a:xfrm>
          <a:prstGeom prst="rect">
            <a:avLst/>
          </a:prstGeom>
        </p:spPr>
      </p:pic>
      <p:sp>
        <p:nvSpPr>
          <p:cNvPr id="6" name="正方形/長方形 5"/>
          <p:cNvSpPr/>
          <p:nvPr userDrawn="1"/>
        </p:nvSpPr>
        <p:spPr>
          <a:xfrm>
            <a:off x="469233" y="4508628"/>
            <a:ext cx="5895473" cy="91761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469233" y="5537483"/>
            <a:ext cx="5895473" cy="17536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469233" y="7421395"/>
            <a:ext cx="5895473" cy="1046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336955" y="341049"/>
            <a:ext cx="524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ASO GAMESHOW ENTRY SEAT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5462337" y="168442"/>
            <a:ext cx="983254" cy="64880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336955" y="817250"/>
            <a:ext cx="6108636" cy="3445646"/>
          </a:xfrm>
          <a:prstGeom prst="rect">
            <a:avLst/>
          </a:prstGeom>
          <a:solidFill>
            <a:schemeClr val="bg1"/>
          </a:solidFill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 userDrawn="1"/>
        </p:nvSpPr>
        <p:spPr>
          <a:xfrm>
            <a:off x="348911" y="4621961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作品タイトル：</a:t>
            </a:r>
            <a:endParaRPr kumimoji="1" lang="ja-JP" altLang="en-US" sz="1400" dirty="0"/>
          </a:p>
        </p:txBody>
      </p:sp>
      <p:sp>
        <p:nvSpPr>
          <p:cNvPr id="14" name="テキスト ボックス 13"/>
          <p:cNvSpPr txBox="1"/>
          <p:nvPr userDrawn="1"/>
        </p:nvSpPr>
        <p:spPr>
          <a:xfrm>
            <a:off x="348911" y="5031032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ジャンル：</a:t>
            </a:r>
            <a:endParaRPr kumimoji="1" lang="ja-JP" altLang="en-US" sz="1400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348911" y="5620573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メンバー：</a:t>
            </a:r>
            <a:endParaRPr kumimoji="1" lang="ja-JP" altLang="en-US" sz="1400" dirty="0"/>
          </a:p>
        </p:txBody>
      </p:sp>
      <p:sp>
        <p:nvSpPr>
          <p:cNvPr id="16" name="テキスト ボックス 15"/>
          <p:cNvSpPr txBox="1"/>
          <p:nvPr userDrawn="1"/>
        </p:nvSpPr>
        <p:spPr>
          <a:xfrm>
            <a:off x="348911" y="7519472"/>
            <a:ext cx="1287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dirty="0"/>
              <a:t>コメント：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5012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98465-64D1-4EBE-BEDE-FE44BBAE25FB}" type="datetimeFigureOut">
              <a:rPr kumimoji="1" lang="ja-JP" altLang="en-US" smtClean="0"/>
              <a:t>2020/9/10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0FB69-77CF-44BD-945F-EDC3729C0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7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7" descr="挿絵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CD09018-6625-4D11-842C-C211DE1E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443" y="5571970"/>
            <a:ext cx="1630763" cy="1667437"/>
          </a:xfrm>
          <a:prstGeom prst="rect">
            <a:avLst/>
          </a:prstGeom>
        </p:spPr>
      </p:pic>
      <p:sp>
        <p:nvSpPr>
          <p:cNvPr id="19" name="テキスト ボックス 18"/>
          <p:cNvSpPr txBox="1"/>
          <p:nvPr/>
        </p:nvSpPr>
        <p:spPr>
          <a:xfrm>
            <a:off x="1690438" y="4621960"/>
            <a:ext cx="449379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ja-JP" sz="1400" b="1" dirty="0" err="1">
                <a:ea typeface="ＭＳ Ｐゴシック"/>
                <a:cs typeface="Calibri"/>
              </a:rPr>
              <a:t>Ritonmania</a:t>
            </a:r>
            <a:endParaRPr lang="en-US" altLang="ja-JP" sz="1400" b="1">
              <a:ea typeface="ＭＳ Ｐゴシック"/>
              <a:cs typeface="Calibri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690438" y="5027812"/>
            <a:ext cx="449379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ja-JP" sz="1400" b="1" dirty="0" err="1">
                <a:ea typeface="ＭＳ Ｐゴシック"/>
                <a:cs typeface="Calibri"/>
              </a:rPr>
              <a:t>リズムアクションゲーム</a:t>
            </a:r>
            <a:endParaRPr lang="en-US" altLang="ja-JP" sz="1400" b="1">
              <a:ea typeface="ＭＳ Ｐゴシック"/>
              <a:cs typeface="Calibri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717940" y="6096237"/>
            <a:ext cx="449379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ja-JP" sz="1400" b="1" dirty="0" err="1">
                <a:ea typeface="ＭＳ Ｐゴシック"/>
                <a:cs typeface="Calibri"/>
              </a:rPr>
              <a:t>ゲーム・CG・アニメ専攻科</a:t>
            </a:r>
            <a:r>
              <a:rPr lang="en-US" altLang="ja-JP" sz="1400" b="1" dirty="0">
                <a:ea typeface="ＭＳ Ｐゴシック"/>
                <a:cs typeface="Calibri"/>
              </a:rPr>
              <a:t>　3年　</a:t>
            </a:r>
            <a:r>
              <a:rPr lang="en-US" altLang="ja-JP" sz="1400" b="1" dirty="0" err="1">
                <a:ea typeface="ＭＳ Ｐゴシック"/>
                <a:cs typeface="Calibri"/>
              </a:rPr>
              <a:t>岩野達也</a:t>
            </a:r>
            <a:endParaRPr lang="en-US" altLang="ja-JP" sz="1400" b="1" dirty="0">
              <a:ea typeface="ＭＳ Ｐゴシック"/>
              <a:cs typeface="Calibri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690438" y="7519471"/>
            <a:ext cx="449379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ja-JP" sz="1400" b="1" dirty="0" err="1">
                <a:ea typeface="ＭＳ Ｐゴシック"/>
                <a:cs typeface="Calibri"/>
              </a:rPr>
              <a:t>上から降ってくるノーツを音楽に合わせて叩くリズムアクションゲームです。最大コンボを狙ってオンラインランキング上位を目指そう</a:t>
            </a:r>
            <a:r>
              <a:rPr lang="en-US" altLang="ja-JP" sz="1600" b="1" dirty="0">
                <a:ea typeface="ＭＳ Ｐゴシック"/>
                <a:cs typeface="Calibri"/>
              </a:rPr>
              <a:t>！</a:t>
            </a:r>
            <a:r>
              <a:rPr lang="en-US" altLang="ja-JP" sz="1400" b="1" dirty="0">
                <a:ea typeface="ＭＳ Ｐゴシック"/>
                <a:cs typeface="Calibri"/>
              </a:rPr>
              <a:t>！</a:t>
            </a: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540545" y="217259"/>
            <a:ext cx="83619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dirty="0">
                <a:ea typeface="+mn-lt"/>
                <a:cs typeface="+mn-lt"/>
              </a:rPr>
              <a:t>109</a:t>
            </a:r>
            <a:endParaRPr lang="ja-JP" sz="3200">
              <a:ea typeface="ＭＳ Ｐゴシック"/>
              <a:cs typeface="Calibri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457470" y="5570192"/>
            <a:ext cx="1866490" cy="16701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lang="ja-JP" altLang="en-US" dirty="0">
              <a:ea typeface="ＭＳ Ｐゴシック"/>
              <a:cs typeface="Calibri"/>
            </a:endParaRPr>
          </a:p>
        </p:txBody>
      </p:sp>
      <p:pic>
        <p:nvPicPr>
          <p:cNvPr id="3" name="図 3" descr="テキスト が含まれている画像&#10;&#10;説明は自動で生成されたものです">
            <a:extLst>
              <a:ext uri="{FF2B5EF4-FFF2-40B4-BE49-F238E27FC236}">
                <a16:creationId xmlns:a16="http://schemas.microsoft.com/office/drawing/2014/main" id="{010E5DD5-423C-454E-959B-F1631477E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3" y="2516551"/>
            <a:ext cx="3102261" cy="1773792"/>
          </a:xfrm>
          <a:prstGeom prst="rect">
            <a:avLst/>
          </a:prstGeom>
        </p:spPr>
      </p:pic>
      <p:pic>
        <p:nvPicPr>
          <p:cNvPr id="4" name="図 4" descr="ステージ, 光 が含まれている画像&#10;&#10;説明は自動で生成されたものです">
            <a:extLst>
              <a:ext uri="{FF2B5EF4-FFF2-40B4-BE49-F238E27FC236}">
                <a16:creationId xmlns:a16="http://schemas.microsoft.com/office/drawing/2014/main" id="{3DD9D2C5-6A2C-4F7C-B684-FC0FD0573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956" y="2566837"/>
            <a:ext cx="3015405" cy="1721283"/>
          </a:xfrm>
          <a:prstGeom prst="rect">
            <a:avLst/>
          </a:prstGeom>
        </p:spPr>
      </p:pic>
      <p:pic>
        <p:nvPicPr>
          <p:cNvPr id="5" name="図 5" descr="金属, 備え, 小さい, 記号 が含まれている画像&#10;&#10;説明は自動で生成されたものです">
            <a:extLst>
              <a:ext uri="{FF2B5EF4-FFF2-40B4-BE49-F238E27FC236}">
                <a16:creationId xmlns:a16="http://schemas.microsoft.com/office/drawing/2014/main" id="{A8C5D098-E341-469D-AD42-3D44C0C54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940" y="838027"/>
            <a:ext cx="3002733" cy="1719506"/>
          </a:xfrm>
          <a:prstGeom prst="rect">
            <a:avLst/>
          </a:prstGeom>
        </p:spPr>
      </p:pic>
      <p:pic>
        <p:nvPicPr>
          <p:cNvPr id="6" name="図 6" descr="光, ボール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E1447AC-D46B-4434-8799-96AF37A85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26" y="833920"/>
            <a:ext cx="3091699" cy="172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02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4" ma:contentTypeDescription="新しいドキュメントを作成します。" ma:contentTypeScope="" ma:versionID="d905b8fd267481716e4ddb5748f26a6b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496056635cbca25273c0ad558be424b7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3E3745-5691-4964-B0EA-105ACF4E7E8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220A753-C2A9-48A1-8FD6-8F4EE5AA9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709b60-37ec-424b-b681-c6612ac7fe32"/>
    <ds:schemaRef ds:uri="f9048785-d070-4c78-8f2f-ed2b48eb3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AFA694-163B-4471-A81E-3066ABE367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24</Words>
  <Application>Microsoft Office PowerPoint</Application>
  <PresentationFormat>画面に合わせる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横尾　保馬</dc:creator>
  <cp:lastModifiedBy>高楠 弘一</cp:lastModifiedBy>
  <cp:revision>121</cp:revision>
  <dcterms:created xsi:type="dcterms:W3CDTF">2018-07-11T03:03:29Z</dcterms:created>
  <dcterms:modified xsi:type="dcterms:W3CDTF">2020-09-11T04:43:35Z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</Properties>
</file>